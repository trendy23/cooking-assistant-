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28016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A8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 that works fully offline.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suggests what to cook and shows you how.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2140 – Introduction to Software Engineering  •  Group 14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Flutter, Dart and SQLite  •  Agile / Scrum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0" y="1645920"/>
            <a:ext cx="2743200" cy="868680"/>
          </a:xfrm>
          <a:prstGeom prst="roundRect">
            <a:avLst>
              <a:gd name="adj" fmla="val 15789"/>
            </a:avLst>
          </a:prstGeom>
          <a:solidFill>
            <a:srgbClr val="5B8C85"/>
          </a:solidFill>
          <a:ln w="19050">
            <a:solidFill>
              <a:srgbClr val="A8C3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0" y="1645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778240" y="2834640"/>
            <a:ext cx="2743200" cy="868680"/>
          </a:xfrm>
          <a:prstGeom prst="roundRect">
            <a:avLst>
              <a:gd name="adj" fmla="val 15789"/>
            </a:avLst>
          </a:prstGeom>
          <a:solidFill>
            <a:srgbClr val="5B8C85"/>
          </a:solidFill>
          <a:ln w="19050">
            <a:solidFill>
              <a:srgbClr val="A8C3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0" y="28346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78240" y="4023360"/>
            <a:ext cx="2743200" cy="868680"/>
          </a:xfrm>
          <a:prstGeom prst="roundRect">
            <a:avLst>
              <a:gd name="adj" fmla="val 15789"/>
            </a:avLst>
          </a:prstGeom>
          <a:solidFill>
            <a:srgbClr val="5B8C85"/>
          </a:solidFill>
          <a:ln w="1905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0" y="4023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82296" cy="3566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Deciding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have ingredients at home but still not know what to cook.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63040"/>
            <a:ext cx="82296" cy="356616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Fitting your life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011680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time, energy, culture and diet decide which dishes are realistic.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566160" cy="37490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63040"/>
            <a:ext cx="82296" cy="3566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Cooking it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011680"/>
            <a:ext cx="31089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needs more than a block of recipe text. Steps must be simple.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B3A55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turn “What can I make?” into “Here is what fits, and here is how to make it.”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in five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B8C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INPUT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ingredients, time, energy, culture and diet.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B8C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FILTER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286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that break your diet are removed.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55448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B8C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RANK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286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matches are placed first.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69480" y="155448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GUIDE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286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cook with step-by-step help.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09760" y="1554480"/>
            <a:ext cx="201168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B8C8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469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SAVE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228600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 recipes for later.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offline. </a:t>
            </a:r>
            <a:pPr indent="0" marL="0">
              <a:buNone/>
            </a:pPr>
            <a:r>
              <a:rPr lang="en-US" sz="2000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or server is needed for the main features.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(Agile / Scrum)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82296" cy="178308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Ogechi Raïna Ornella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offline checks and build handling.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63040"/>
            <a:ext cx="82296" cy="178308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Agwe Molly Trendy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116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rules, recipe data and the Virtual Kitchen.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11880"/>
            <a:ext cx="82296" cy="178308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Tebong Holician Endam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605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logic and Freemium / Premium limits.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35204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11880"/>
            <a:ext cx="82296" cy="178308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657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Eteki Elame Dexter Kemmer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1605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Programmer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business logic, matching and CRUD.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Master leads the process, so there is no separate group leader.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is built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screens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Recipe, Favorites and Virtual Kitchen. Takes your input and shows results.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71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83280" y="29718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1880" y="2971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logic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Recommendation, access control and the cooking walkthrough. Applies the rules.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251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83280" y="45720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45720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Recipes, ingredients, favorites and Free / Premium status. Stored on the phone.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talks to the one next to it. This keeps the app easy to test.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recommendations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</a:t>
            </a:r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ingredients, time, energy, culture and diet.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731520" cy="731520"/>
          </a:xfrm>
          <a:prstGeom prst="ellipse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14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 </a:t>
            </a:r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dishes that break dietary rules. These are non-negotiable.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731520" cy="731520"/>
          </a:xfrm>
          <a:prstGeom prst="ellipse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03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 </a:t>
            </a:r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remaining dishes with the ingredients you have.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731520" cy="731520"/>
          </a:xfrm>
          <a:prstGeom prst="ellipse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892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</a:t>
            </a:r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dishes by time, energy and culture, then show the best ones.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89520" y="132588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417320"/>
            <a:ext cx="82296" cy="356616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rules, not AI?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1965960"/>
            <a:ext cx="3566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gives the same result.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explain and to test.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target under 2 seconds.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internet.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uses fixed rules, not machine learning.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82296" cy="20574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Dishes chosen from your ingredients and limits.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63040"/>
            <a:ext cx="82296" cy="205740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Kitchen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step-by-step cooking help.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63040"/>
            <a:ext cx="82296" cy="20574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recipe modes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Normal and Interactive.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31920"/>
            <a:ext cx="82296" cy="205740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recipes. Free for every user.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29768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3931920"/>
            <a:ext cx="82296" cy="20574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need no internet.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931920"/>
            <a:ext cx="82296" cy="205740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Premium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redeem code unlocks Premium on the phone.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and Premium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82296" cy="393192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 (default)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number of recommendation requests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Kitchen for starter recipes only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Favorites: unlimited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17320"/>
            <a:ext cx="82296" cy="393192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4630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 (redeem code)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1965960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recommendations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Kitchen for every recipe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Favorites: unlimited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 •  No payment system  •  No server check. The code is checked on the phone.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parts work together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82296" cy="45720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recommendations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6596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your constraints on the screen.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Service loads recipes from SQLite.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filters, then ranks them.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dishes appear on your screen.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17320"/>
            <a:ext cx="82296" cy="457200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Virtual Kitchen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96596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a recipe.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Manager checks your tier.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allowed, the Virtual Kitchen loads the steps.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tap Next to move through each step.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17320"/>
            <a:ext cx="82296" cy="45720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Premium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1965960"/>
            <a:ext cx="3108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redeem code.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Manager checks the code on the phone.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valid, Premium is saved in SQLite.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now shows Premium.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quality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82296" cy="18288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0116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dietary filtering and Favorites.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463040"/>
            <a:ext cx="82296" cy="182880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1168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limits, Premium unlock and Kitchen access.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57600"/>
            <a:ext cx="82296" cy="182880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033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062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tested with the internet switched off.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72200" y="3566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57600"/>
            <a:ext cx="82296" cy="182880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7033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2062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should appear within 2 seconds.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show the test evidence in the live demonstration.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design choices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ASSISTANT  •  GROUP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82296" cy="8229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325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3258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app fully offline.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51760"/>
            <a:ext cx="82296" cy="82296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560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matching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603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every time, simple to explain and test.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86200"/>
            <a:ext cx="82296" cy="8229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794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Premium code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7947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offline. A determined user could tamper with it on the device.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20640"/>
            <a:ext cx="82296" cy="822960"/>
          </a:xfrm>
          <a:prstGeom prst="rect">
            <a:avLst/>
          </a:prstGeom>
          <a:solidFill>
            <a:srgbClr val="A8C3B0"/>
          </a:solidFill>
          <a:ln w="12700">
            <a:solidFill>
              <a:srgbClr val="A8C3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029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voice left out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029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reliable core over an unfinished voice feature.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5B8C85"/>
          </a:solidFill>
          <a:ln w="12700">
            <a:solidFill>
              <a:srgbClr val="5B8C8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315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 (Freemium by default)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ingredients and constraints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recommended dishes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Interactive Virtual Kitchen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recipe modes and Favorites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Premium redeem flow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GitHub work and the architecture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23774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A8C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Cooking Assistant - Group 14</dc:title>
  <dc:subject>PptxGenJS Presentation</dc:subject>
  <dc:creator>PptxGenJS</dc:creator>
  <cp:lastModifiedBy>PptxGenJS</cp:lastModifiedBy>
  <cp:revision>1</cp:revision>
  <dcterms:created xsi:type="dcterms:W3CDTF">2026-10-02T20:58:10Z</dcterms:created>
  <dcterms:modified xsi:type="dcterms:W3CDTF">2026-10-02T20:58:10Z</dcterms:modified>
</cp:coreProperties>
</file>